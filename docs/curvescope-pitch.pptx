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fb409ba48f4b5f" /><Relationship Type="http://schemas.openxmlformats.org/officeDocument/2006/relationships/extended-properties" Target="/docProps/app.xml" Id="R9f3fe360ceef472d" /><Relationship Type="http://schemas.openxmlformats.org/officeDocument/2006/relationships/officeDocument" Target="/ppt/presentation.xml" Id="R9cb5e76010e948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05567dcca42ee"/>
  </p:sldMasterIdLst>
  <p:notesMasterIdLst>
    <p:notesMasterId xmlns:r="http://schemas.openxmlformats.org/officeDocument/2006/relationships" r:id="Rbadca2aa23ad429d"/>
  </p:notesMasterIdLst>
  <p:sldIdLst>
    <p:sldId xmlns:r="http://schemas.openxmlformats.org/officeDocument/2006/relationships" id="256" r:id="Ra0514da267924753"/>
    <p:sldId xmlns:r="http://schemas.openxmlformats.org/officeDocument/2006/relationships" id="257" r:id="Rb1fbf4d5b71a4a60"/>
    <p:sldId xmlns:r="http://schemas.openxmlformats.org/officeDocument/2006/relationships" id="258" r:id="Ra3bb5cfac9ff45ab"/>
    <p:sldId xmlns:r="http://schemas.openxmlformats.org/officeDocument/2006/relationships" id="259" r:id="R11b46ca23f924637"/>
    <p:sldId xmlns:r="http://schemas.openxmlformats.org/officeDocument/2006/relationships" id="260" r:id="R38b8540af6b1456b"/>
    <p:sldId xmlns:r="http://schemas.openxmlformats.org/officeDocument/2006/relationships" id="261" r:id="Rfd7b788e1baa49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0c3fd48aca4e00" /><Relationship Type="http://schemas.openxmlformats.org/officeDocument/2006/relationships/slideMaster" Target="/ppt/slideMasters/slideMaster1.xml" Id="R75f05567dcca42ee" /><Relationship Type="http://schemas.openxmlformats.org/officeDocument/2006/relationships/notesMaster" Target="/ppt/notesMasters/notesMaster1.xml" Id="Rbadca2aa23ad429d" /><Relationship Type="http://schemas.openxmlformats.org/officeDocument/2006/relationships/presProps" Target="/ppt/presProps.xml" Id="R64a1e81918db42c8" /><Relationship Type="http://schemas.openxmlformats.org/officeDocument/2006/relationships/tableStyles" Target="/ppt/tableStyles.xml" Id="R94320b204bd64959" /><Relationship Type="http://schemas.openxmlformats.org/officeDocument/2006/relationships/slide" Target="/ppt/slides/slide1.xml" Id="Ra0514da267924753" /><Relationship Type="http://schemas.openxmlformats.org/officeDocument/2006/relationships/slide" Target="/ppt/slides/slide2.xml" Id="Rb1fbf4d5b71a4a60" /><Relationship Type="http://schemas.openxmlformats.org/officeDocument/2006/relationships/slide" Target="/ppt/slides/slide3.xml" Id="Ra3bb5cfac9ff45ab" /><Relationship Type="http://schemas.openxmlformats.org/officeDocument/2006/relationships/slide" Target="/ppt/slides/slide4.xml" Id="R11b46ca23f924637" /><Relationship Type="http://schemas.openxmlformats.org/officeDocument/2006/relationships/slide" Target="/ppt/slides/slide5.xml" Id="R38b8540af6b1456b" /><Relationship Type="http://schemas.openxmlformats.org/officeDocument/2006/relationships/slide" Target="/ppt/slides/slide6.xml" Id="Rfd7b788e1baa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04f9b464324a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ee3b6418b41bf" /><Relationship Type="http://schemas.openxmlformats.org/officeDocument/2006/relationships/notesMaster" Target="/ppt/notesMasters/notesMaster1.xml" Id="R40e584b5c3f448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cc4f2d5284dd7" /><Relationship Type="http://schemas.openxmlformats.org/officeDocument/2006/relationships/notesMaster" Target="/ppt/notesMasters/notesMaster1.xml" Id="R45f84f29ccb84a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213502d63c4f6d" /><Relationship Type="http://schemas.openxmlformats.org/officeDocument/2006/relationships/notesMaster" Target="/ppt/notesMasters/notesMaster1.xml" Id="R03510f88511645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b7c362f61441cb" /><Relationship Type="http://schemas.openxmlformats.org/officeDocument/2006/relationships/notesMaster" Target="/ppt/notesMasters/notesMaster1.xml" Id="Rbcae7a743ba444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0b75baeac3497e" /><Relationship Type="http://schemas.openxmlformats.org/officeDocument/2006/relationships/notesMaster" Target="/ppt/notesMasters/notesMaster1.xml" Id="R760f7c6b1f584c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c10c35996e4357" /><Relationship Type="http://schemas.openxmlformats.org/officeDocument/2006/relationships/notesMaster" Target="/ppt/notesMasters/notesMaster1.xml" Id="R357ba074376f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working offline prototype created September 30, 2026 with AI coding assistance. No mainnet deployment, customers or revenue are claimed. Listing: https://superteam.fun/earn/listing/meteora-dbc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hypothesis, not validated market research. Meteora DBC configurable primitives: https://docs.meteora.ag/developer-guides/dbc. The SDK already provides math helpers; CurveScope contributes a review workflow and reproducible reports around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running CurveScope application on September 30, 2026. Local prototype; all prices shown are offline SDK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SDK @meteora-ag/dynamic-bonding-curve-sdk 1.5.13. Source: https://github.com/MeteoraAg/dynamic-bonding-curve-sdk. Application code: src/engine.ts. Offline calls: buildCurveWithMarketCap, validateConfigParameters, getQuoteFromInputAmount with SwapMode.PartialFill.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offline outputs from docs/example-report.json. One billion tokens; initial FDV 50,000 USDC; graduation FDV 500,000 USDC; linear fee decay from 200 to 50 bps over 60 minutes. Each quote starts from an empty pool: this is NOT a trade sequence, market data or demand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Plans and business hypotheses, not achievements. Current prototype has no production users, revenue, mainnet volume or independently verified demand. Built for the listing’s explicit developer-tooling use case. Mainnet usage is preferred by the sponsor but not claimed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0ab4f7c904f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cd85d995b48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3ce77681d4d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c7aece49748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e0796510d45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3ccae77ee48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B9CBEBE-198D-495D-98E9-E0AF13C1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E123D4-F99B-4973-88B0-240520B322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6ADBEBD-15D7-497D-BE97-2FBA158739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3308004-A6E6-494A-868B-88897847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341ED1-1DB0-4FEC-A119-710D53B36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4A3E065-5394-4287-A360-753064DA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C4ADE7-E07D-409D-B639-08DF8AB55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AF1A3A7-B9A3-49BF-8519-56C286C202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0576AC6-26FE-4EED-AEDB-C1BEAC43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EBA4ED-675F-4EAF-9419-2EB5344640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48E335-2C64-476B-A762-A7C13D3B83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6D4440-8064-451C-9DA3-9C0E54B74F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B96B923-A512-4D98-AD8E-3DB298C7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D461FE-2085-4F6F-B666-680C3316B7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AB035D-679C-47D5-93A4-50E363E4FE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61bb521e6a44ab" /><Relationship Type="http://schemas.openxmlformats.org/officeDocument/2006/relationships/slideLayout" Target="/ppt/slideLayouts/slideLayout1.xml" Id="R7c2522c56ed84142" /><Relationship Type="http://schemas.openxmlformats.org/officeDocument/2006/relationships/slideLayout" Target="/ppt/slideLayouts/slideLayout2.xml" Id="R959313ff1bad4fb1" /><Relationship Type="http://schemas.openxmlformats.org/officeDocument/2006/relationships/slideLayout" Target="/ppt/slideLayouts/slideLayout3.xml" Id="Rfa33077d38014981" /><Relationship Type="http://schemas.openxmlformats.org/officeDocument/2006/relationships/slideLayout" Target="/ppt/slideLayouts/slideLayout4.xml" Id="Rfa063e45495840e9" /><Relationship Type="http://schemas.openxmlformats.org/officeDocument/2006/relationships/slideLayout" Target="/ppt/slideLayouts/slideLayout5.xml" Id="R0665298978e74ce0" /><Relationship Type="http://schemas.openxmlformats.org/officeDocument/2006/relationships/slideLayout" Target="/ppt/slideLayouts/slideLayout6.xml" Id="Rd8e9527c6a214c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2522c56ed84142"/>
    <p:sldLayoutId xmlns:r="http://schemas.openxmlformats.org/officeDocument/2006/relationships" id="2147483650" r:id="R959313ff1bad4fb1"/>
    <p:sldLayoutId xmlns:r="http://schemas.openxmlformats.org/officeDocument/2006/relationships" id="2147483651" r:id="Rfa33077d38014981"/>
    <p:sldLayoutId xmlns:r="http://schemas.openxmlformats.org/officeDocument/2006/relationships" id="2147483652" r:id="Rfa063e45495840e9"/>
    <p:sldLayoutId xmlns:r="http://schemas.openxmlformats.org/officeDocument/2006/relationships" id="2147483653" r:id="R0665298978e74ce0"/>
    <p:sldLayoutId xmlns:r="http://schemas.openxmlformats.org/officeDocument/2006/relationships" id="2147483654" r:id="Rd8e9527c6a214c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d93ee32344c44" /><Relationship Type="http://schemas.openxmlformats.org/officeDocument/2006/relationships/notesSlide" Target="/ppt/notesSlides/notesSlide1.xml" Id="R6e4aa9de1da64f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86503cee742db" /><Relationship Type="http://schemas.openxmlformats.org/officeDocument/2006/relationships/notesSlide" Target="/ppt/notesSlides/notesSlide2.xml" Id="R155e2556fd3342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e5a748a454496" /><Relationship Type="http://schemas.openxmlformats.org/officeDocument/2006/relationships/image" Target="/ppt/media/image.jpeg" Id="R9b3f8a8aa5564dff" /><Relationship Type="http://schemas.openxmlformats.org/officeDocument/2006/relationships/notesSlide" Target="/ppt/notesSlides/notesSlide3.xml" Id="Rcab078ae40e241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b1de3988d4f3b" /><Relationship Type="http://schemas.openxmlformats.org/officeDocument/2006/relationships/notesSlide" Target="/ppt/notesSlides/notesSlide4.xml" Id="Rf6e35471d69e4f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7b2b649134877" /><Relationship Type="http://schemas.openxmlformats.org/officeDocument/2006/relationships/chart" Target="/ppt/slides/charts/chart1.xml" Id="R208760a9552e415e" /><Relationship Type="http://schemas.openxmlformats.org/officeDocument/2006/relationships/notesSlide" Target="/ppt/notesSlides/notesSlide5.xml" Id="R9e7e0943ce7b4c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3c7eded43480e" /><Relationship Type="http://schemas.openxmlformats.org/officeDocument/2006/relationships/notesSlide" Target="/ppt/notesSlides/notesSlide6.xml" Id="Rdce87b6eff5943c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Trading fee (USDC)</c:v>
          </c:tx>
          <c:spPr>
            <a:solidFill xmlns:a="http://schemas.openxmlformats.org/drawingml/2006/main">
              <a:srgbClr val="BAFA68"/>
            </a:solidFill>
          </c:spPr>
          <c:cat>
            <c:strRef>
              <c:f>'Chart Data'!$A$2:$A$4</c:f>
              <c:strCache>
                <c:ptCount val="3"/>
                <c:pt idx="0">
                  <c:v>0 min</c:v>
                </c:pt>
                <c:pt idx="1">
                  <c:v>30 min</c:v>
                </c:pt>
                <c:pt idx="2">
                  <c:v>60 min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20</c:v>
                </c:pt>
                <c:pt idx="1">
                  <c:v>12.5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E4ECE7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8C9D4-56DC-4A50-AC87-FFD0D676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CurveScope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73EAB-7129-4EAF-BD03-BBA3DC2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Launch configuration evidence</a:t>
            </a:r>
          </a:p>
          <a:p xmlns:a="http://schemas.openxmlformats.org/drawingml/2006/main">
            <a:pPr>
              <a:defRPr sz="33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for Meteora builders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D28FA-B5F2-4CFE-BC08-3C10B335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Crypto World’s Fair · Meteora DBC developer tooling</a:t>
            </a:r>
          </a:p>
        </p:txBody>
      </p:sp>
    </p:spTree>
    <p:extLst>
      <p:ext uri="{BB962C8B-B14F-4D97-AF65-F5344CB8AC3E}">
        <p14:creationId xmlns:p14="http://schemas.microsoft.com/office/powerpoint/2010/main" val="2135225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8E9A9-DF27-4838-8C52-DCEECA1F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The launch parameter review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85A7D-01D5-48C6-90B1-EA18AE40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CurveScope  /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A6948-9ADC-45B3-9112-6D9670F6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Curve settings affect the first buyer.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0A462-3B2E-423A-A769-437DC4EC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A launch team needs to see how order size, fee timing and the graduation boundary change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EDDD5-96BD-4B3D-88D8-A2D5010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71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CurveScope makes those choices inspectable before a pool exists, without funding a wallet or writing a custom simulation script.</a:t>
            </a:r>
          </a:p>
        </p:txBody>
      </p:sp>
    </p:spTree>
    <p:extLst>
      <p:ext uri="{BB962C8B-B14F-4D97-AF65-F5344CB8AC3E}">
        <p14:creationId xmlns:p14="http://schemas.microsoft.com/office/powerpoint/2010/main" val="629657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A0EFE-F14A-4E62-B805-3F7EAE5A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A working configuration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E96B3-5FB3-4501-811E-7F930FE8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CurveScope  / 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f8a8aa5564dff"/>
          <a:stretch xmlns:a="http://schemas.openxmlformats.org/drawingml/2006/main"/>
        </p:blipFill>
        <p:spPr>
          <a:xfrm xmlns:a="http://schemas.openxmlformats.org/drawingml/2006/main">
            <a:off x="5810250" y="1777832"/>
            <a:ext cx="5715000" cy="39881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16EF3-DDF8-4B15-BB0B-BAAE7ACC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Compare a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CF07E-EC1D-4389-A1BA-A06B6EA1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Pin a launch and inspect how a different curve changes the same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B12F9-4FEA-4ECB-B19F-32507871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Export the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01391-0D8C-4AD8-A3B3-3E2F8E32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4291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Save versioned JSON, exact SDK integers and assumptions. Import to reproduce the report.</a:t>
            </a:r>
          </a:p>
        </p:txBody>
      </p:sp>
    </p:spTree>
    <p:extLst>
      <p:ext uri="{BB962C8B-B14F-4D97-AF65-F5344CB8AC3E}">
        <p14:creationId xmlns:p14="http://schemas.microsoft.com/office/powerpoint/2010/main" val="50059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7FC63-64EE-4FD9-BFDD-01BE2C2F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Meteora is the calculation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9095D-E5A3-40E5-9B3C-D71E700C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CurveScope  /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5F74E-157C-49B3-B0B7-2ED9BB8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01 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6773B-EA4B-4C92-AD76-8E69286C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9070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Generate a DBC curve from supply and initial / graduation FDV.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DFD05-AACB-4124-81FE-046374C9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02  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BF6DB-793A-4EB5-B491-7DD40B30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9082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Run the official SDK configuration validator.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A2DEC-BE9E-4737-AF26-BB7578B8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03  Quote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3BDF7-0006-4139-996E-73EB3C2D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Model independent first buys, fee timing and partial fills.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D467A-6B6E-4D58-8403-08F62FD3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04  Preserve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99053-BC61-4DEC-A39C-F97CED6F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9107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Export exact integer evidence with reproducible input settings.</a:t>
            </a:r>
          </a:p>
        </p:txBody>
      </p:sp>
    </p:spTree>
    <p:extLst>
      <p:ext uri="{BB962C8B-B14F-4D97-AF65-F5344CB8AC3E}">
        <p14:creationId xmlns:p14="http://schemas.microsoft.com/office/powerpoint/2010/main" val="1756855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277D2-9166-4FBF-A43A-806A96E7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The same 1,000 USDC order over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DF981-2141-4881-930C-F45B9E25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CurveScope  /  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191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8760a9552e415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DA0BD-BB81-401F-84E6-494B7BFC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20 → 5 USDC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C4201-E906-4D04-836B-75458607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09875"/>
            <a:ext cx="381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Trading fee on the same order as the schedule decays.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A8373-18F6-4EBA-AFB0-B3975EE7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624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19.26M → 19.55M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08D0F-6DEC-4390-9FEE-72F7E7B9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10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Modeled tokens received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4D885-86E4-4979-AF53-7FC46743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Independent first buys into an empty pool. SDK output, not live market data.</a:t>
            </a:r>
          </a:p>
        </p:txBody>
      </p:sp>
    </p:spTree>
    <p:extLst>
      <p:ext uri="{BB962C8B-B14F-4D97-AF65-F5344CB8AC3E}">
        <p14:creationId xmlns:p14="http://schemas.microsoft.com/office/powerpoint/2010/main" val="196889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7958-91D9-4C06-ADE7-CBBF86DF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From prototype to builder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D2EF4-9EA5-4C12-BF48-4849BF29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CurveScope  /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F1427-CA2D-4AD3-B861-F2281106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Available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8FD38-7074-4133-A6FE-A6B61DF4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810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SDK-backed comparison</a:t>
            </a:r>
          </a:p>
          <a:p xmlns:a="http://schemas.openxmlformats.org/drawingml/2006/main">
            <a:pPr>
              <a:def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Graduation boundary stress test</a:t>
            </a:r>
          </a:p>
          <a:p xmlns:a="http://schemas.openxmlformats.org/drawingml/2006/main">
            <a:pPr>
              <a:def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Lossless report export / import</a:t>
            </a:r>
          </a:p>
          <a:p xmlns:a="http://schemas.openxmlformats.org/drawingml/2006/main">
            <a:pPr>
              <a:def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Nine calculation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47E9B-002E-4633-A768-C1F53B91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AFA68"/>
                </a:solidFill>
                <a:latin typeface="Helvetica Neue"/>
                <a:ea typeface="Helvetica Neue"/>
                <a:cs typeface="Helvetica Neue"/>
              </a:rPr>
              <a:t>Next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A0B93-70C7-4777-ACD7-1EE6528F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6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Test with launchpad developers.</a:t>
            </a:r>
          </a:p>
          <a:p xmlns:a="http://schemas.openxmlformats.org/drawingml/2006/main">
            <a:pPr>
              <a:def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Measure time to review a config.</a:t>
            </a:r>
          </a:p>
          <a:p xmlns:a="http://schemas.openxmlformats.org/drawingml/2006/main">
            <a:pPr>
              <a:def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4ECE7"/>
                </a:solidFill>
                <a:latin typeface="Helvetica Neue"/>
                <a:ea typeface="Helvetica Neue"/>
                <a:cs typeface="Helvetica Neue"/>
              </a:rPr>
              <a:t>Add CI report diffs and pool-state replay.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00ECB-ADF6-4CDB-A805-05F090F6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9AAF9F"/>
                </a:solidFill>
                <a:latin typeface="Helvetica Neue"/>
                <a:ea typeface="Helvetica Neue"/>
                <a:cs typeface="Helvetica Neue"/>
              </a:rPr>
              <a:t>Open-source core; a possible paid workflow for shared reviews and CI gates. Demand and pricing remain unvalidated.</a:t>
            </a:r>
          </a:p>
        </p:txBody>
      </p:sp>
    </p:spTree>
    <p:extLst>
      <p:ext uri="{BB962C8B-B14F-4D97-AF65-F5344CB8AC3E}">
        <p14:creationId xmlns:p14="http://schemas.microsoft.com/office/powerpoint/2010/main" val="791074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2026-09-30T10:10:17.7330000Z</dcterms:created>
  <dcterms:modified xsi:type="dcterms:W3CDTF">2026-09-30T10:10:17.7330000Z</dcterms:modified>
</coreProperties>
</file>